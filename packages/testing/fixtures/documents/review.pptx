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new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 quarter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</a:t>
            </a:r>
          </a:p>
          <a:p>
            <a:r>
              <a:t>Costs fell 3%</a:t>
            </a:r>
          </a:p>
        </p:txBody>
      </p:sp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27432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/>
  <dc:creator>Fixture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